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D:\WLSA\CCA%20Setup\src\game\index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66928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7F70"/>
                </a:solidFill>
                <a:latin typeface="Segoe UI"/>
              </a:rPr>
              <a:t>WELCOME  ·  FIRST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1560"/>
            <a:ext cx="121889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211A12"/>
                </a:solidFill>
                <a:latin typeface="Georgia"/>
              </a:rPr>
              <a:t>WLSA </a:t>
            </a:r>
            <a:r>
              <a:rPr sz="6600" b="1" i="0">
                <a:solidFill>
                  <a:srgbClr val="E8590C"/>
                </a:solidFill>
                <a:latin typeface="Georgia"/>
              </a:rPr>
              <a:t>Sound Art</a:t>
            </a:r>
            <a:r>
              <a:rPr sz="6600" b="1" i="0">
                <a:solidFill>
                  <a:srgbClr val="211A12"/>
                </a:solidFill>
                <a:latin typeface="Georgia"/>
              </a:rPr>
              <a:t>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14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238"/>
                </a:solidFill>
                <a:latin typeface="Georgia"/>
              </a:rPr>
              <a:t>Hear the city.  </a:t>
            </a:r>
            <a:r>
              <a:rPr sz="2600" b="0" i="0">
                <a:solidFill>
                  <a:srgbClr val="E8590C"/>
                </a:solidFill>
                <a:latin typeface="Georgia"/>
              </a:rPr>
              <a:t>Save its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7F70"/>
                </a:solidFill>
                <a:latin typeface="Segoe UI"/>
              </a:rPr>
              <a:t>A community-service club recording the disappearing sounds of our hometown.</a:t>
            </a:r>
          </a:p>
        </p:txBody>
      </p:sp>
      <p:pic>
        <p:nvPicPr>
          <p:cNvPr id="6" name="Picture 5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12188952" cy="2285428"/>
          </a:xfrm>
          <a:prstGeom prst="rect">
            <a:avLst/>
          </a:prstGeom>
        </p:spPr>
      </p:pic>
      <p:pic>
        <p:nvPicPr>
          <p:cNvPr id="7" name="Picture 6" descr="note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880360"/>
            <a:ext cx="640080" cy="960120"/>
          </a:xfrm>
          <a:prstGeom prst="rect">
            <a:avLst/>
          </a:prstGeom>
        </p:spPr>
      </p:pic>
      <p:pic>
        <p:nvPicPr>
          <p:cNvPr id="8" name="Picture 7" descr="note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788920"/>
            <a:ext cx="640080" cy="960120"/>
          </a:xfrm>
          <a:prstGeom prst="rect">
            <a:avLst/>
          </a:prstGeom>
        </p:spPr>
      </p:pic>
      <p:pic>
        <p:nvPicPr>
          <p:cNvPr id="9" name="Picture 8" descr="note-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1965960"/>
            <a:ext cx="54864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52120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A7F70"/>
                </a:solidFill>
                <a:latin typeface="Segoe UI"/>
              </a:rPr>
              <a:t>LET'S GET TO KNOW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11A12"/>
                </a:solidFill>
                <a:latin typeface="Georgia"/>
              </a:rPr>
              <a:t>Introduce </a:t>
            </a:r>
            <a:r>
              <a:rPr sz="4000" b="1" i="0">
                <a:solidFill>
                  <a:srgbClr val="0E86C8"/>
                </a:solidFill>
                <a:latin typeface="Georgia"/>
              </a:rPr>
              <a:t>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7680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E8590C"/>
                </a:solidFill>
                <a:latin typeface="Segoe UI"/>
              </a:rPr>
              <a:t>●  </a:t>
            </a:r>
            <a:r>
              <a:rPr sz="1900" b="0" i="0">
                <a:solidFill>
                  <a:srgbClr val="211A12"/>
                </a:solidFill>
                <a:latin typeface="Segoe UI"/>
              </a:rPr>
              <a:t>Your name &amp; grade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0E86C8"/>
                </a:solidFill>
                <a:latin typeface="Segoe UI"/>
              </a:rPr>
              <a:t>●  </a:t>
            </a:r>
            <a:r>
              <a:rPr sz="1900" b="0" i="0">
                <a:solidFill>
                  <a:srgbClr val="211A12"/>
                </a:solidFill>
                <a:latin typeface="Segoe UI"/>
              </a:rPr>
              <a:t>One city sound you’d love to save — and why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E04028"/>
                </a:solidFill>
                <a:latin typeface="Segoe UI"/>
              </a:rPr>
              <a:t>●  </a:t>
            </a:r>
            <a:r>
              <a:rPr sz="1900" b="0" i="0">
                <a:solidFill>
                  <a:srgbClr val="211A12"/>
                </a:solidFill>
                <a:latin typeface="Segoe UI"/>
              </a:rPr>
              <a:t>Why you’re curious about Sound Art</a:t>
            </a:r>
          </a:p>
        </p:txBody>
      </p:sp>
      <p:pic>
        <p:nvPicPr>
          <p:cNvPr id="5" name="Picture 4" descr="ch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286000"/>
            <a:ext cx="265176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52120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A7F70"/>
                </a:solidFill>
                <a:latin typeface="Segoe UI"/>
              </a:rPr>
              <a:t>ACTIVITY 01  · 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11A12"/>
                </a:solidFill>
                <a:latin typeface="Georgia"/>
              </a:rPr>
              <a:t>Let's play </a:t>
            </a:r>
            <a:r>
              <a:rPr sz="4000" b="1" i="0">
                <a:solidFill>
                  <a:srgbClr val="E8590C"/>
                </a:solidFill>
                <a:latin typeface="Georgia"/>
              </a:rPr>
              <a:t>Kahoot!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4A4238"/>
                </a:solidFill>
                <a:latin typeface="Segoe UI"/>
              </a:rPr>
              <a:t>Take out your device and go to kahoot.it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0E86C8"/>
                </a:solidFill>
                <a:latin typeface="Georgia"/>
              </a:rPr>
              <a:t>kahoot.it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8A7F70"/>
                </a:solidFill>
                <a:latin typeface="Segoe UI"/>
              </a:rPr>
              <a:t>Game PIN:  </a:t>
            </a:r>
            <a:r>
              <a:rPr sz="2200" b="1" i="0">
                <a:solidFill>
                  <a:srgbClr val="211A12"/>
                </a:solidFill>
                <a:latin typeface="Segoe UI"/>
              </a:rPr>
              <a:t>____________</a:t>
            </a:r>
          </a:p>
        </p:txBody>
      </p:sp>
      <p:pic>
        <p:nvPicPr>
          <p:cNvPr id="7" name="Picture 6" descr="note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914400"/>
            <a:ext cx="6400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52120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A7F70"/>
                </a:solidFill>
                <a:latin typeface="Segoe UI"/>
              </a:rPr>
              <a:t>ACTIVITY 02  ·  GUESS THE 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11A12"/>
                </a:solidFill>
                <a:latin typeface="Georgia"/>
              </a:rPr>
              <a:t>Sound </a:t>
            </a:r>
            <a:r>
              <a:rPr sz="4000" b="1" i="0">
                <a:solidFill>
                  <a:srgbClr val="E8590C"/>
                </a:solidFill>
                <a:latin typeface="Georgia"/>
              </a:rPr>
              <a:t>Blind Box</a:t>
            </a:r>
            <a:r>
              <a:rPr sz="4000" b="1" i="0">
                <a:solidFill>
                  <a:srgbClr val="211A12"/>
                </a:solidFill>
                <a:latin typeface="Georg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A4238"/>
                </a:solidFill>
                <a:latin typeface="Segoe UI"/>
              </a:rPr>
              <a:t>Hear a mystery city sound — guess what it is.</a:t>
            </a:r>
          </a:p>
        </p:txBody>
      </p:sp>
      <p:pic>
        <p:nvPicPr>
          <p:cNvPr id="5" name="Picture 4" descr="gam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331720"/>
            <a:ext cx="5943600" cy="3343275"/>
          </a:xfrm>
          <a:prstGeom prst="rect">
            <a:avLst/>
          </a:prstGeom>
        </p:spPr>
      </p:pic>
      <p:sp>
        <p:nvSpPr>
          <p:cNvPr id="6" name="Rounded Rectangle 5">
            <a:hlinkClick r:id="rId3"/>
          </p:cNvPr>
          <p:cNvSpPr/>
          <p:nvPr/>
        </p:nvSpPr>
        <p:spPr>
          <a:xfrm>
            <a:off x="4727448" y="589788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9F2"/>
                </a:solidFill>
                <a:latin typeface="Segoe UI"/>
              </a:rPr>
              <a:t>Launch game  →</a:t>
            </a:r>
          </a:p>
        </p:txBody>
      </p:sp>
      <p:pic>
        <p:nvPicPr>
          <p:cNvPr id="7" name="Picture 6" descr="not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731520"/>
            <a:ext cx="640080" cy="960120"/>
          </a:xfrm>
          <a:prstGeom prst="rect">
            <a:avLst/>
          </a:prstGeom>
        </p:spPr>
      </p:pic>
      <p:pic>
        <p:nvPicPr>
          <p:cNvPr id="8" name="Picture 7" descr="note-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20640"/>
            <a:ext cx="548640" cy="822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11552C-5665-5A62-627A-EDDA1D6CD0A2}"/>
              </a:ext>
            </a:extLst>
          </p:cNvPr>
          <p:cNvSpPr txBox="1"/>
          <p:nvPr/>
        </p:nvSpPr>
        <p:spPr>
          <a:xfrm>
            <a:off x="10955547" y="4669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108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Junlin Peng</cp:lastModifiedBy>
  <cp:revision>5</cp:revision>
  <dcterms:created xsi:type="dcterms:W3CDTF">2013-01-27T09:14:16Z</dcterms:created>
  <dcterms:modified xsi:type="dcterms:W3CDTF">2026-09-17T10:32:12Z</dcterms:modified>
  <cp:category/>
</cp:coreProperties>
</file>